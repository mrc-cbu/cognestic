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8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41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48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92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84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02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6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09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12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15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45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816AD-C301-4B2E-A6ED-D28157DAAE5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51170-BB03-41FC-88F6-94388BC6FD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42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ids-specification.readthedocs.io/en/stable/" TargetMode="External"/><Relationship Id="rId4" Type="http://schemas.openxmlformats.org/officeDocument/2006/relationships/hyperlink" Target="https://bids.neuroimaging.i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ne.tools/stable/index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ne.tools/mne-bids/stable/index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ne.tools/mne-bids-pipeline/stable/index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2316" y="1122363"/>
            <a:ext cx="10635916" cy="2387600"/>
          </a:xfrm>
        </p:spPr>
        <p:txBody>
          <a:bodyPr>
            <a:normAutofit/>
          </a:bodyPr>
          <a:lstStyle/>
          <a:p>
            <a:r>
              <a:rPr lang="en-GB" dirty="0"/>
              <a:t>MNE-BIDS and MNE-BIDS-Pipeline</a:t>
            </a:r>
            <a:br>
              <a:rPr lang="en-GB" dirty="0"/>
            </a:br>
            <a:r>
              <a:rPr lang="en-GB" dirty="0"/>
              <a:t>Tutorial</a:t>
            </a:r>
            <a:br>
              <a:rPr lang="en-GB" dirty="0"/>
            </a:b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Máté</a:t>
            </a:r>
            <a:r>
              <a:rPr lang="en-GB" dirty="0"/>
              <a:t> Aller</a:t>
            </a:r>
          </a:p>
          <a:p>
            <a:r>
              <a:rPr lang="en-GB" dirty="0"/>
              <a:t>COGNESTIC 2026</a:t>
            </a:r>
          </a:p>
          <a:p>
            <a:r>
              <a:rPr lang="en-GB"/>
              <a:t>23/09/2026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48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Brain Imaging Data Structure (BIDS)</a:t>
            </a:r>
          </a:p>
          <a:p>
            <a:r>
              <a:rPr lang="en-GB" dirty="0"/>
              <a:t>MNE-BIDS</a:t>
            </a:r>
          </a:p>
          <a:p>
            <a:r>
              <a:rPr lang="en-GB" dirty="0"/>
              <a:t>MNE-BIDS-Pipeline</a:t>
            </a:r>
          </a:p>
          <a:p>
            <a:r>
              <a:rPr lang="en-GB" dirty="0"/>
              <a:t>Code demo throughout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81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956" y="385057"/>
            <a:ext cx="8961519" cy="2457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790" y="3026498"/>
            <a:ext cx="5553850" cy="28102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65982" y="5943600"/>
            <a:ext cx="3605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MEG, EEG, </a:t>
            </a:r>
            <a:r>
              <a:rPr lang="en-GB" dirty="0" err="1"/>
              <a:t>iEEG</a:t>
            </a:r>
            <a:r>
              <a:rPr lang="en-GB" dirty="0"/>
              <a:t> support included!</a:t>
            </a:r>
          </a:p>
        </p:txBody>
      </p:sp>
      <p:sp>
        <p:nvSpPr>
          <p:cNvPr id="8" name="Rectangle 7"/>
          <p:cNvSpPr/>
          <p:nvPr/>
        </p:nvSpPr>
        <p:spPr>
          <a:xfrm>
            <a:off x="85878" y="6128266"/>
            <a:ext cx="50638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4"/>
              </a:rPr>
              <a:t>https://bids.neuroimaging.io/</a:t>
            </a:r>
            <a:endParaRPr lang="en-GB" dirty="0"/>
          </a:p>
          <a:p>
            <a:r>
              <a:rPr lang="en-GB" dirty="0">
                <a:hlinkClick r:id="rId5"/>
              </a:rPr>
              <a:t>https://bids-specification.readthedocs.io/en/stable/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84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00" y="242444"/>
            <a:ext cx="8584978" cy="60916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12430" y="6488668"/>
            <a:ext cx="3579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https://mne.tools/stable/index.html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7942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997" y="953191"/>
            <a:ext cx="8202170" cy="44583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36858" y="6442045"/>
            <a:ext cx="4547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https://mne.tools/mne-bids/stable/index.html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767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621" y="263619"/>
            <a:ext cx="5798254" cy="62001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18670" y="6462496"/>
            <a:ext cx="5373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https://mne.tools/mne-bids-pipeline/stable/index.html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36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44" y="150423"/>
            <a:ext cx="3294842" cy="3275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6" y="439174"/>
            <a:ext cx="1616141" cy="8791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21" y="1744421"/>
            <a:ext cx="3012489" cy="50035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165" y="1744421"/>
            <a:ext cx="2521181" cy="3594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807" y="1744421"/>
            <a:ext cx="1726040" cy="30577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3276" y="1744421"/>
            <a:ext cx="1713110" cy="8727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144" y="1418990"/>
            <a:ext cx="1310230" cy="2247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3789" y="1394654"/>
            <a:ext cx="1791932" cy="23121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3775" y="1375386"/>
            <a:ext cx="1843314" cy="25048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2282" y="1378596"/>
            <a:ext cx="2235098" cy="24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3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1952625" y="1992571"/>
            <a:ext cx="6429375" cy="243655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2676524" y="1326893"/>
            <a:ext cx="1638299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7825" y="2362200"/>
            <a:ext cx="2335699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Convert to BIDS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83" y="3324225"/>
            <a:ext cx="1958383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MNE-BIDS-Pipeline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2873" y="2362200"/>
            <a:ext cx="2067409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Behavioural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2873" y="3187124"/>
            <a:ext cx="2067409" cy="646331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Check M/EEG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576" y="5021521"/>
            <a:ext cx="3060198" cy="369332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Further, more specific analyses</a:t>
            </a:r>
          </a:p>
        </p:txBody>
      </p:sp>
      <p:cxnSp>
        <p:nvCxnSpPr>
          <p:cNvPr id="11" name="Straight Arrow Connector 10"/>
          <p:cNvCxnSpPr>
            <a:stCxn id="2" idx="2"/>
            <a:endCxn id="3" idx="0"/>
          </p:cNvCxnSpPr>
          <p:nvPr/>
        </p:nvCxnSpPr>
        <p:spPr>
          <a:xfrm>
            <a:off x="3495674" y="1696225"/>
            <a:ext cx="1" cy="665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" idx="3"/>
            <a:endCxn id="5" idx="1"/>
          </p:cNvCxnSpPr>
          <p:nvPr/>
        </p:nvCxnSpPr>
        <p:spPr>
          <a:xfrm>
            <a:off x="4663524" y="2546866"/>
            <a:ext cx="1229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" idx="2"/>
            <a:endCxn id="4" idx="0"/>
          </p:cNvCxnSpPr>
          <p:nvPr/>
        </p:nvCxnSpPr>
        <p:spPr>
          <a:xfrm>
            <a:off x="3495675" y="2731532"/>
            <a:ext cx="0" cy="592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4" idx="2"/>
            <a:endCxn id="7" idx="0"/>
          </p:cNvCxnSpPr>
          <p:nvPr/>
        </p:nvCxnSpPr>
        <p:spPr>
          <a:xfrm>
            <a:off x="3495675" y="3693557"/>
            <a:ext cx="0" cy="132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3"/>
            <a:endCxn id="6" idx="1"/>
          </p:cNvCxnSpPr>
          <p:nvPr/>
        </p:nvCxnSpPr>
        <p:spPr>
          <a:xfrm>
            <a:off x="4474866" y="3508891"/>
            <a:ext cx="1418007" cy="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02532" y="4018121"/>
            <a:ext cx="2785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Semi-automatic, takes about 1 hour</a:t>
            </a:r>
          </a:p>
        </p:txBody>
      </p:sp>
    </p:spTree>
    <p:extLst>
      <p:ext uri="{BB962C8B-B14F-4D97-AF65-F5344CB8AC3E}">
        <p14:creationId xmlns:p14="http://schemas.microsoft.com/office/powerpoint/2010/main" val="67260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115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MNE-BIDS and MNE-BIDS-Pipeline Tutorial 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Cambridge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 Aller</dc:creator>
  <cp:lastModifiedBy>Máté Aller</cp:lastModifiedBy>
  <cp:revision>22</cp:revision>
  <dcterms:created xsi:type="dcterms:W3CDTF">2023-06-08T14:26:22Z</dcterms:created>
  <dcterms:modified xsi:type="dcterms:W3CDTF">2026-09-24T09:06:02Z</dcterms:modified>
</cp:coreProperties>
</file>